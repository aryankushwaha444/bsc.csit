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CC4DE-E181-7E70-2210-6F586FFDD0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Aaryan Kushawaha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36C51-6D08-E56B-3E5E-AA004A18E3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B640E-C84F-4146-9B8F-FD90C1DD92A1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E2135-6DDC-A66D-2E1E-8F066EB292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Bsc. CSIT ( Group D 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B62F9-630C-7D69-1EE0-265A9CA51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8930B-FA24-4F5C-995E-9CAD92C80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1389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Aaryan Kushawaha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C8B45-7C36-43AC-8362-EDD91A50CA58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Bsc. CSIT ( Group D 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DD1D0-7A09-4455-B00B-2157CDB78B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532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94EB-799D-2985-BF63-D3BD36934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195B4-8D69-FADA-9F45-BD48B06C1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AFB1-48B7-B50D-ED98-FCBD56E4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806BC-7534-48C8-B96F-AE95754F7025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58902-90DB-2312-2EC4-C4E8845B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ACEF4-3810-9F44-621D-71E1D709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7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822C-806B-068F-8B38-6E4FC3B9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E0FF8-3B7E-FE40-99F6-2752242E8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5372C-CF06-7068-F049-7B97CD28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C9AD-089A-487E-B33E-037DCE4A282C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832E5-D085-EDD6-7A6C-F0ADADD2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81888-7FF1-4248-3224-1428BE08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8C5A-21BB-A67E-01F6-F39E2A73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E7ABD-D651-A697-C38E-1E9A89972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D69B-22B4-8265-DF3C-545BD785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CF056-9674-4F96-AC79-208DFF324244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9DC62-A992-A4F5-3349-56A962E96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31E39-5FA7-64B4-8045-25DF9682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1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1CF4-7E44-8787-22CE-3996C63F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26F4D-6F35-5452-3A3A-427D5BBC2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D130A-E338-4AB8-A430-D5BC054AA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7A46-3C7E-5133-4104-3CB93B95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1F23-AAC7-4DFA-998F-F499F33C4997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40E4C-14A0-AE6D-0A14-DAA94D04B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6C7D6-917A-FA11-0D26-EB40D1E6D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6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13F3-0F89-6C5E-DF78-7893A75C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E4826-AF75-BF07-43B0-A575A8A9A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387B6-7646-ED65-8459-88E9CBE8C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DE6D-88B4-6AD9-4E20-DCFF91C85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9C6FF-FD18-F745-0C7A-F34F7D772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4AB95-B443-7FF5-E059-679BE40B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497D7-81F6-4B09-A46D-EFCC63A5B264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CFD13-42FA-A40F-9054-8ACBA49D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EB897-AD4A-30EF-37BE-F6D82469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439F-1173-05D7-42F8-27CD05CA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B4DF6-219F-FAC9-3E96-A5F3F06D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BE4E-B436-4DCA-9F29-5734B000FC36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6E550C-514C-82CA-5A1C-059F2C79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1EA98-717F-4DF9-54B1-4882257B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A2DCA7-7CF0-55AA-0548-0C589D40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9558-7226-418E-83B5-D0187CA23AD8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1B597-AC7D-7704-4DB7-F7D7EF73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48960-B6D3-7C36-57A6-9CB410B8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9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A68A-8E43-3492-050E-B07DD702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A287-A04C-F123-CEDB-57A1F0756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60000-D9FC-2233-EF5D-BB220D471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1D00C-4DBD-2C82-84A5-33777055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4496E-88AF-4FC3-9721-34A9E60036FB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923C5-29D3-944C-CDE7-160A8075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C02E1-CB95-2711-69C8-35036E5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8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5D2D-8777-3F5B-5DDD-0CAE0167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52ADBE-B9AC-75C6-7DBE-492248582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501C0-CF9F-FD51-527C-82AFBCD6A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A3BE4-1A73-88CC-7768-F9555290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F63C-0ED7-4283-8356-452AB4927530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9A15F-8D57-A0CA-2775-6EF6C99C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5F56F-4565-1B3F-329C-1909778F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7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171E-80DD-D5E2-DDF3-B6B7209E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9D7D0-DF61-150F-C79D-03E03FC45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D195-1FE2-1F76-7B60-F83E4E44F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5B0C7-C7E0-431D-9866-2310DA8B8D42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C36DA-0898-D91E-92E9-BFE5CB0C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81BFE-70FE-382F-8D9B-61961B7C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1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B4FC58-4218-183C-7EB3-2785C1657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A64B0-8CF2-9B88-3460-EEB0A7F52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DC98A-94A6-6C1A-2A96-9353D188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51C9-A2C2-4F88-83B7-DAAF6CAF6B71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76442-A199-F51B-E228-D4340D2A5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64D2B-C1B8-85C4-0C30-E4DB4214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0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AD050-D61E-E29C-8B03-566A1BF8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69BB4-01F8-7A9C-CDF3-5921B61A8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E982D-C579-9025-5B77-6D1C075AD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2343D-916D-4B1D-8847-3D1250DD4C90}" type="datetime9">
              <a:rPr lang="en-US" smtClean="0"/>
              <a:t>8/2/2022 7:48:29 PM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3354A-1063-17C8-5801-6644AC979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Bsc. CSIT ( Group D 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EA3E-7367-56C6-BE1A-6B6FFDF52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7602F-874D-4C12-ABA3-6A866A8F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4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F4A9B-67D0-A9E5-191F-ACA42343E03D}"/>
              </a:ext>
            </a:extLst>
          </p:cNvPr>
          <p:cNvSpPr txBox="1"/>
          <p:nvPr/>
        </p:nvSpPr>
        <p:spPr>
          <a:xfrm>
            <a:off x="0" y="2532185"/>
            <a:ext cx="12192000" cy="1323439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50800" h="38100" prst="riblet"/>
            </a:sp3d>
          </a:bodyPr>
          <a:lstStyle/>
          <a:p>
            <a:pPr algn="ctr"/>
            <a:endParaRPr lang="en-US" sz="8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0EA56-1982-398E-82A6-F0628D74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A2E1B-ABD9-4A1E-8151-AD782F67FAA1}" type="datetime9">
              <a:rPr lang="en-US" sz="2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8/2/2022 7:48:29 PM</a:t>
            </a:fld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58774-FAD9-5BF2-0496-FD1E46BBF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z="2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fld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9E71A-73D5-AEA7-092B-C7B202C5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Bsc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CSIT ( Group D 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66D9BF-53CE-0E52-51FD-9BB48AC666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BA7679-A199-197E-0E01-CC36E1173D13}"/>
              </a:ext>
            </a:extLst>
          </p:cNvPr>
          <p:cNvSpPr txBox="1"/>
          <p:nvPr/>
        </p:nvSpPr>
        <p:spPr>
          <a:xfrm>
            <a:off x="-1" y="2532185"/>
            <a:ext cx="12192000" cy="1323439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50800" h="38100" prst="riblet"/>
            </a:sp3d>
          </a:bodyPr>
          <a:lstStyle/>
          <a:p>
            <a:pPr algn="ctr"/>
            <a:r>
              <a:rPr lang="en-US" sz="8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Security Threat And Attack</a:t>
            </a:r>
          </a:p>
        </p:txBody>
      </p:sp>
    </p:spTree>
    <p:extLst>
      <p:ext uri="{BB962C8B-B14F-4D97-AF65-F5344CB8AC3E}">
        <p14:creationId xmlns:p14="http://schemas.microsoft.com/office/powerpoint/2010/main" val="9332442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0A2D44-3EDF-3C58-AC09-79169BC54B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93903233-D55F-05E6-993E-58E167C4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454" y="6223941"/>
            <a:ext cx="2743200" cy="365125"/>
          </a:xfrm>
        </p:spPr>
        <p:txBody>
          <a:bodyPr/>
          <a:lstStyle/>
          <a:p>
            <a:fld id="{66EEC576-B2CA-433B-AE95-37087ECDFBA1}" type="datetime9">
              <a:rPr lang="en-US" sz="2000" smtClean="0">
                <a:solidFill>
                  <a:schemeClr val="bg2">
                    <a:lumMod val="10000"/>
                  </a:schemeClr>
                </a:solidFill>
              </a:rPr>
              <a:t>8/2/2022 8:53:09 PM</a:t>
            </a:fld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72824D05-20CB-ABA3-6952-5723FDF5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Bsc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CSIT ( Group D )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F97C895-B6FD-BC5B-FE24-53DD6F82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67602F-874D-4C12-ABA3-6A866A8F1CFB}" type="slidenum">
              <a:rPr lang="en-US" sz="2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fld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C33EA-F464-82FF-21B4-FCC9ED013454}"/>
              </a:ext>
            </a:extLst>
          </p:cNvPr>
          <p:cNvSpPr txBox="1"/>
          <p:nvPr/>
        </p:nvSpPr>
        <p:spPr>
          <a:xfrm>
            <a:off x="0" y="278295"/>
            <a:ext cx="11966713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How To Be Prevent </a:t>
            </a:r>
            <a:r>
              <a:rPr lang="en-US" sz="60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CyberCrime</a:t>
            </a:r>
            <a:endParaRPr lang="en-US" sz="6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1C653F-D103-CF41-6B7D-27A4E69F2FF7}"/>
              </a:ext>
            </a:extLst>
          </p:cNvPr>
          <p:cNvSpPr/>
          <p:nvPr/>
        </p:nvSpPr>
        <p:spPr>
          <a:xfrm>
            <a:off x="112541" y="1725660"/>
            <a:ext cx="612913" cy="521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F2EE9-C90B-3338-8415-B514BA07F024}"/>
              </a:ext>
            </a:extLst>
          </p:cNvPr>
          <p:cNvSpPr txBox="1"/>
          <p:nvPr/>
        </p:nvSpPr>
        <p:spPr>
          <a:xfrm>
            <a:off x="687940" y="1663289"/>
            <a:ext cx="1050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Back – Up All Data , System &amp; Configurations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EFCCCE-F90A-8826-E3D3-8700DEA794F1}"/>
              </a:ext>
            </a:extLst>
          </p:cNvPr>
          <p:cNvSpPr txBox="1"/>
          <p:nvPr/>
        </p:nvSpPr>
        <p:spPr>
          <a:xfrm>
            <a:off x="1260231" y="2437621"/>
            <a:ext cx="8840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It allows data to be restored earlier to</a:t>
            </a:r>
          </a:p>
          <a:p>
            <a:r>
              <a:rPr lang="en-US" sz="2400" b="1" dirty="0"/>
              <a:t> Help the business recover from the unplanned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08997B-4E87-2268-DBE8-39364353DEF4}"/>
              </a:ext>
            </a:extLst>
          </p:cNvPr>
          <p:cNvSpPr/>
          <p:nvPr/>
        </p:nvSpPr>
        <p:spPr>
          <a:xfrm>
            <a:off x="208619" y="3644348"/>
            <a:ext cx="612913" cy="521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F8FDF7-55F0-DFB3-38C9-FDADA207AEF9}"/>
              </a:ext>
            </a:extLst>
          </p:cNvPr>
          <p:cNvSpPr txBox="1"/>
          <p:nvPr/>
        </p:nvSpPr>
        <p:spPr>
          <a:xfrm>
            <a:off x="838200" y="3442663"/>
            <a:ext cx="115643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Enforce Concrete Security And Maintain it Regularly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5B2056-0FB4-5737-9C7B-45022B456DFC}"/>
              </a:ext>
            </a:extLst>
          </p:cNvPr>
          <p:cNvSpPr txBox="1"/>
          <p:nvPr/>
        </p:nvSpPr>
        <p:spPr>
          <a:xfrm>
            <a:off x="627616" y="4889213"/>
            <a:ext cx="11060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Choose a firewall that has the features that protect</a:t>
            </a:r>
          </a:p>
          <a:p>
            <a:r>
              <a:rPr lang="en-US" sz="2400" b="1" dirty="0"/>
              <a:t>From Malicious hackers , Malware &amp; Viruses . This will be</a:t>
            </a:r>
          </a:p>
          <a:p>
            <a:r>
              <a:rPr lang="en-US" sz="2400" b="1" dirty="0"/>
              <a:t>able to identity &amp; respond to threats faster.</a:t>
            </a:r>
          </a:p>
        </p:txBody>
      </p:sp>
    </p:spTree>
    <p:extLst>
      <p:ext uri="{BB962C8B-B14F-4D97-AF65-F5344CB8AC3E}">
        <p14:creationId xmlns:p14="http://schemas.microsoft.com/office/powerpoint/2010/main" val="23000114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6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6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1A4146D-3E75-D555-AFA3-96CDD386BB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1" name="Date Placeholder 1">
            <a:extLst>
              <a:ext uri="{FF2B5EF4-FFF2-40B4-BE49-F238E27FC236}">
                <a16:creationId xmlns:a16="http://schemas.microsoft.com/office/drawing/2014/main" id="{E6FD0E65-4248-0A87-F528-2E89F241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1669558-7226-418E-83B5-D0187CA23AD8}" type="datetime9">
              <a:rPr lang="en-US" smtClean="0"/>
              <a:t>8/2/2022 9:42:58 PM</a:t>
            </a:fld>
            <a:endParaRPr lang="en-US"/>
          </a:p>
        </p:txBody>
      </p:sp>
      <p:sp>
        <p:nvSpPr>
          <p:cNvPr id="32" name="Footer Placeholder 2">
            <a:extLst>
              <a:ext uri="{FF2B5EF4-FFF2-40B4-BE49-F238E27FC236}">
                <a16:creationId xmlns:a16="http://schemas.microsoft.com/office/drawing/2014/main" id="{872A26C7-8F3D-145A-750F-0C0D5EEC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33" name="Slide Number Placeholder 3">
            <a:extLst>
              <a:ext uri="{FF2B5EF4-FFF2-40B4-BE49-F238E27FC236}">
                <a16:creationId xmlns:a16="http://schemas.microsoft.com/office/drawing/2014/main" id="{9017A5B4-8110-E3E0-B4A1-2BB73D22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67602F-874D-4C12-ABA3-6A866A8F1CFB}" type="slidenum">
              <a:rPr lang="en-US" smtClean="0"/>
              <a:t>3</a:t>
            </a:fld>
            <a:endParaRPr lang="en-US"/>
          </a:p>
        </p:txBody>
      </p:sp>
      <p:sp>
        <p:nvSpPr>
          <p:cNvPr id="34" name="Date Placeholder 1">
            <a:extLst>
              <a:ext uri="{FF2B5EF4-FFF2-40B4-BE49-F238E27FC236}">
                <a16:creationId xmlns:a16="http://schemas.microsoft.com/office/drawing/2014/main" id="{D93BFE45-2F28-F722-0E1E-551E92C11D08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EC576-B2CA-433B-AE95-37087ECDFBA1}" type="datetime9">
              <a:rPr lang="en-US" sz="2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8/2/2022 9:42:58 PM</a:t>
            </a:fld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Footer Placeholder 2">
            <a:extLst>
              <a:ext uri="{FF2B5EF4-FFF2-40B4-BE49-F238E27FC236}">
                <a16:creationId xmlns:a16="http://schemas.microsoft.com/office/drawing/2014/main" id="{98FA7251-E203-1C6B-3348-097A47935C6B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Bsc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CSIT ( Group D )</a:t>
            </a:r>
          </a:p>
        </p:txBody>
      </p: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E8A9EF3F-C167-04B6-F457-20B3CDA5C46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67602F-874D-4C12-ABA3-6A866A8F1CFB}" type="slidenum">
              <a:rPr lang="en-US" sz="2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3</a:t>
            </a:fld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0CF5C3A-133F-D525-62DF-DE180497EE29}"/>
              </a:ext>
            </a:extLst>
          </p:cNvPr>
          <p:cNvSpPr/>
          <p:nvPr/>
        </p:nvSpPr>
        <p:spPr>
          <a:xfrm>
            <a:off x="178699" y="894317"/>
            <a:ext cx="612913" cy="521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28CBE3-A82B-B354-AF82-67F294FE2B46}"/>
              </a:ext>
            </a:extLst>
          </p:cNvPr>
          <p:cNvSpPr txBox="1"/>
          <p:nvPr/>
        </p:nvSpPr>
        <p:spPr>
          <a:xfrm>
            <a:off x="821532" y="769576"/>
            <a:ext cx="10508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Never Give person Information To a Stanger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9BA27C-B79E-2C1F-5532-110F8702981A}"/>
              </a:ext>
            </a:extLst>
          </p:cNvPr>
          <p:cNvSpPr txBox="1"/>
          <p:nvPr/>
        </p:nvSpPr>
        <p:spPr>
          <a:xfrm>
            <a:off x="1141624" y="1598287"/>
            <a:ext cx="8840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They can use your information like , your name</a:t>
            </a:r>
          </a:p>
          <a:p>
            <a:r>
              <a:rPr lang="en-US" sz="2400" b="1" dirty="0"/>
              <a:t>    to commit fraud to other people.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A589700-CA48-60AB-2425-E9A84938782A}"/>
              </a:ext>
            </a:extLst>
          </p:cNvPr>
          <p:cNvSpPr/>
          <p:nvPr/>
        </p:nvSpPr>
        <p:spPr>
          <a:xfrm>
            <a:off x="208619" y="3644348"/>
            <a:ext cx="612913" cy="521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DE62B7-F6D7-8E7A-B3B7-C423F7003A17}"/>
              </a:ext>
            </a:extLst>
          </p:cNvPr>
          <p:cNvSpPr txBox="1"/>
          <p:nvPr/>
        </p:nvSpPr>
        <p:spPr>
          <a:xfrm>
            <a:off x="838200" y="3442663"/>
            <a:ext cx="111451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Check the Security Setting to Prevent </a:t>
            </a:r>
            <a:r>
              <a:rPr lang="en-US" sz="44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CyberCrime</a:t>
            </a:r>
            <a:endParaRPr lang="en-US" sz="4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7F9F5B-343E-9400-9A58-53BEC09B635F}"/>
              </a:ext>
            </a:extLst>
          </p:cNvPr>
          <p:cNvSpPr txBox="1"/>
          <p:nvPr/>
        </p:nvSpPr>
        <p:spPr>
          <a:xfrm>
            <a:off x="627616" y="4889213"/>
            <a:ext cx="11060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Aside from firewall , check your network setting</a:t>
            </a:r>
          </a:p>
          <a:p>
            <a:r>
              <a:rPr lang="en-US" sz="2400" b="1" dirty="0"/>
              <a:t> to know  if Someone is Connected in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334978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6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6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A810E7-FD9E-7B34-FCD6-17391F9F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9558-7226-418E-83B5-D0187CA23AD8}" type="datetime9">
              <a:rPr lang="en-US" smtClean="0"/>
              <a:t>8/2/2022 10:09:13 PM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9497E-654D-8B9B-6EFF-93590EB5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Bsc. CSIT ( Group D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3580-66B2-F906-67F0-E20FE5E3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7602F-874D-4C12-ABA3-6A866A8F1CFB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A5172-ADA7-F218-13FE-B3E282E430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40C03626-4362-DEE5-928C-22EDFF09AFF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669558-7226-418E-83B5-D0187CA23AD8}" type="datetime9">
              <a:rPr lang="en-US" smtClean="0"/>
              <a:pPr/>
              <a:t>8/2/2022 10:09:13 PM</a:t>
            </a:fld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358FDE4-23B8-2985-C19A-26AABBBA8003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Bsc. CSIT ( Group D )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05B7831-E87D-102B-5AC5-E019215721E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67602F-874D-4C12-ABA3-6A866A8F1C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24C6B40F-C78D-E878-A622-CAE971352AB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EEC576-B2CA-433B-AE95-37087ECDFBA1}" type="datetime9">
              <a:rPr lang="en-US" sz="2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8/2/2022 10:09:13 PM</a:t>
            </a:fld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6C16BD58-3E79-3692-6E2A-B76E1EEB7DF9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Bsc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CSIT ( Group D )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8AEF0AE-A4F8-B3F2-3C05-2008FBD1DEC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67602F-874D-4C12-ABA3-6A866A8F1CFB}" type="slidenum">
              <a:rPr lang="en-US" sz="2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4</a:t>
            </a:fld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01E284-18D4-7A61-9C96-0D1690973C77}"/>
              </a:ext>
            </a:extLst>
          </p:cNvPr>
          <p:cNvSpPr/>
          <p:nvPr/>
        </p:nvSpPr>
        <p:spPr>
          <a:xfrm>
            <a:off x="178699" y="894317"/>
            <a:ext cx="612913" cy="521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6DA40-704A-6D16-EFB7-79AE53D45FB2}"/>
              </a:ext>
            </a:extLst>
          </p:cNvPr>
          <p:cNvSpPr txBox="1"/>
          <p:nvPr/>
        </p:nvSpPr>
        <p:spPr>
          <a:xfrm>
            <a:off x="821532" y="769576"/>
            <a:ext cx="10508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Secure Your Information when going to  Unauthorized websites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BDA69C-C49F-706D-1519-E88EB8736BAA}"/>
              </a:ext>
            </a:extLst>
          </p:cNvPr>
          <p:cNvSpPr txBox="1"/>
          <p:nvPr/>
        </p:nvSpPr>
        <p:spPr>
          <a:xfrm>
            <a:off x="1141624" y="1976129"/>
            <a:ext cx="8840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/>
              <a:t>Hackers can easily bypass your information using</a:t>
            </a:r>
          </a:p>
          <a:p>
            <a:r>
              <a:rPr lang="en-US" sz="2800" b="1" dirty="0"/>
              <a:t>Phishing  websites 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DC9880-02FC-7C9C-FD6F-A68749F554F4}"/>
              </a:ext>
            </a:extLst>
          </p:cNvPr>
          <p:cNvSpPr/>
          <p:nvPr/>
        </p:nvSpPr>
        <p:spPr>
          <a:xfrm>
            <a:off x="208619" y="3644348"/>
            <a:ext cx="612913" cy="5215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BB3F3B-FE16-AAFD-E18A-A32817BF2DC2}"/>
              </a:ext>
            </a:extLst>
          </p:cNvPr>
          <p:cNvSpPr txBox="1"/>
          <p:nvPr/>
        </p:nvSpPr>
        <p:spPr>
          <a:xfrm>
            <a:off x="838200" y="3442663"/>
            <a:ext cx="1135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Use Virtual Private Networks Such as VPN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481B2A-FAC8-A9AF-D0B6-77E1D0813505}"/>
              </a:ext>
            </a:extLst>
          </p:cNvPr>
          <p:cNvSpPr txBox="1"/>
          <p:nvPr/>
        </p:nvSpPr>
        <p:spPr>
          <a:xfrm>
            <a:off x="1089991" y="4204032"/>
            <a:ext cx="110608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It allows you to mask your exact </a:t>
            </a:r>
            <a:r>
              <a:rPr lang="en-US" sz="2800" b="1" dirty="0" err="1"/>
              <a:t>ip</a:t>
            </a:r>
            <a:r>
              <a:rPr lang="en-US" sz="2800" b="1" dirty="0"/>
              <a:t> address &amp;</a:t>
            </a:r>
          </a:p>
          <a:p>
            <a:r>
              <a:rPr lang="en-US" sz="2800" b="1" dirty="0"/>
              <a:t>   to hide your website activities.</a:t>
            </a:r>
          </a:p>
        </p:txBody>
      </p:sp>
    </p:spTree>
    <p:extLst>
      <p:ext uri="{BB962C8B-B14F-4D97-AF65-F5344CB8AC3E}">
        <p14:creationId xmlns:p14="http://schemas.microsoft.com/office/powerpoint/2010/main" val="38368012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6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6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231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Árÿån Kùśhwáhá</dc:creator>
  <cp:lastModifiedBy>Árÿån Kùśhwáhá</cp:lastModifiedBy>
  <cp:revision>3</cp:revision>
  <dcterms:created xsi:type="dcterms:W3CDTF">2022-08-02T13:16:58Z</dcterms:created>
  <dcterms:modified xsi:type="dcterms:W3CDTF">2022-08-02T16:58:02Z</dcterms:modified>
</cp:coreProperties>
</file>